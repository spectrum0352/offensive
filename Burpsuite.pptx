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EBF7-93C1-18D9-6FC8-F08DE1DC7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0D826-5114-301D-9F78-543FE8582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98DB-D7BD-62F6-6C7C-43243F0F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A2291-1D67-CFD2-E86D-BB18D186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2E9CF-D34B-7E7A-14DA-090517A2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0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F68E-258A-A005-F78F-954279DF4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2107-0AE8-C8A5-2A5F-CB5075084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681D6-9273-3F5A-DCD0-514DB146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8B5F4-452C-5AC6-32EA-73AD01F0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78D1C-CEAD-865A-C93B-4CEC41C7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4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933B-0A53-9600-DEE4-CC14D8B6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073C9-0FB9-7F8E-E166-3A46ECC58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C41AF-58D1-1D3E-3A3A-60A0D5AE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BE089-8894-B94C-CC24-CC4523B9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72D26-B366-4FF7-7814-6EF21495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0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FDF9-DFD6-6244-CF07-455EEAE1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A3212-1119-A103-AC89-85262388E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E03D7-A906-279A-3FA7-95FC94DE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9F442-AA63-4641-53A9-874BDB28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40C6D-FAE7-D547-E932-9D2C7A79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CF9BB-7A9C-7134-6225-EBA79BA9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78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3723-786A-5063-5D55-241C4D75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6E046-B91B-86C8-12BB-A9B214559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870BC-2152-3DD1-9618-8D2C94118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EB3E8-C72F-E455-8AC2-59DD294B8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24AE1-9010-64F0-1302-6969C9FF2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7254D-5C12-1E0C-182D-0C3C0246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7BC46-23A7-2FFC-3FEB-63765E76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B2165-78DC-66C5-55CA-92927DC8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69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9704-C215-FF06-1B5E-701BBAB4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2A6F9-A294-0C5C-1547-1FBAF1CA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59E0A-8DDC-64DE-7373-9747CBEE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1F150-3013-7EA1-2DF7-48451C9C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5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D46445-4AE1-EE25-B043-DBD5281A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36BDE-0450-BB01-5D32-F2681E9F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3BECF-2EDF-43BE-2F5A-189F4103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5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6A7A-EA56-7138-58D4-F439EEAD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2E7D-766D-CB27-184F-9FC913749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459697-C8AD-C7B1-BFEF-E733E0F87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7E095-08DF-915F-E545-86EFF998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52588-6F49-C8D8-0CF0-52C7ECC4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090ED-BB90-991F-F48B-D904D2D2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9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280E-88BB-AEB5-4EF5-9AF57462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C3BAF-1357-9147-1102-696EF7774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8A7FD-D62B-45A9-6934-7F54F2F53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697C4-F066-7C86-332A-F2291B6B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84336-E55E-632D-93DF-B46F84C6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028A6-8F36-5898-D72B-A3ED9F3A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04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B081-5496-5513-7058-7634B408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1BA3F-1494-F014-49DB-464284501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2C3D3-F8C0-1AF6-95C2-EC8B39B1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3DE3D-BB6F-6C90-7AEE-052D00D0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3A1EF-4F37-49F1-221D-A5A80AA4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4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F436A-AE07-4456-29B7-62B75ECE0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4DBA4-38BF-4BAA-7B78-944DD1F14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1107-8A1B-24C9-5903-EB79A647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C5744-8AFC-410F-2F1B-7D1427E4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7AAD2-2766-2CAB-8030-97C5DCC6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C5259-96A6-6DC8-A055-E1EF97E2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77382-88EB-649D-0E39-B52A8EE3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A1A4-6F5E-65AF-FA4A-3974BE712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DCB0E-00EB-4D7A-921A-76B0B1B16EBF}" type="datetimeFigureOut">
              <a:rPr lang="en-IN" smtClean="0"/>
              <a:t>05-04-2025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F088-21BF-D860-F32C-6A6F1A60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300B6-F49E-2A25-34FE-669D17FAA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40B3F-28B7-421D-BBC1-F9816D249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08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9CC2-35F6-3FA3-20EA-BF6C04070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Burpsuite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9098B-B63F-38D4-56FD-CED347D30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Penetration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81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18C8-7482-8D41-3478-D6EDF790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Reconnaissance with Burpsuite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7EF83-5D6E-6C63-00FB-C0676DD73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25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2200-CE62-E955-1827-E1BB6608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A282-A675-AC5D-A545-A763880F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4582C-42D2-3674-2537-0D1AB9F51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02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B34F-A302-27A4-2E21-B8918A16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6CE-4A14-1125-518C-143DE9E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D4478-A39A-653D-AD61-CF55672AC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98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0467-0552-DF2D-1092-5404E4A9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A614-CFFB-9054-AEAA-8AA3D258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6" y="119318"/>
            <a:ext cx="11914239" cy="51977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811A-8FE2-B672-4869-E05B3F483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737419"/>
            <a:ext cx="11914238" cy="5928852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72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Office Theme</vt:lpstr>
      <vt:lpstr>Burpsuite</vt:lpstr>
      <vt:lpstr>Reconnaissance with Burpsuite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polaris</dc:creator>
  <cp:lastModifiedBy>polaris</cp:lastModifiedBy>
  <cp:revision>2</cp:revision>
  <dcterms:created xsi:type="dcterms:W3CDTF">2025-04-05T10:24:02Z</dcterms:created>
  <dcterms:modified xsi:type="dcterms:W3CDTF">2025-04-05T10:25:50Z</dcterms:modified>
</cp:coreProperties>
</file>